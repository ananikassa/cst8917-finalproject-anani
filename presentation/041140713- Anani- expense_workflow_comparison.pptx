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Version A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Complexity</c:v>
                </c:pt>
                <c:pt idx="1">
                  <c:v>Scalability</c:v>
                </c:pt>
                <c:pt idx="2">
                  <c:v>Error Handling</c:v>
                </c:pt>
                <c:pt idx="3">
                  <c:v>Maintainability</c:v>
                </c:pt>
                <c:pt idx="4">
                  <c:v>Service Bus</c:v>
                </c:pt>
                <c:pt idx="5">
                  <c:v>Coverage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1-4432-A246-F71588D930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Version B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Complexity</c:v>
                </c:pt>
                <c:pt idx="1">
                  <c:v>Scalability</c:v>
                </c:pt>
                <c:pt idx="2">
                  <c:v>Error Handling</c:v>
                </c:pt>
                <c:pt idx="3">
                  <c:v>Maintainability</c:v>
                </c:pt>
                <c:pt idx="4">
                  <c:v>Service Bus</c:v>
                </c:pt>
                <c:pt idx="5">
                  <c:v>Coverage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11-4432-A246-F71588D930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79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914400"/>
            <a:ext cx="219456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9144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Workflow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vs Version B — Architecture, Design &amp; Lessons Learned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486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CST8917 Lab · 041140713  ·  Anani Thierry Kassa 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 &amp; business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key design decisions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337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key design decisions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960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960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32120" y="1417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Six-dimension analysis with visuals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031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10312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148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2606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and reasoning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91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29184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3337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337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32120" y="3794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Surprises &amp; what we'd do differently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— The Workflow &amp; Business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submits an expense report. The system routes it through approval logic based on amount, notifies relevant parties via Service Bus, and logs the outcome.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≤ $100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— no manager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$100–$1000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7355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manager approval within 30 seconds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621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no 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89534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automatically after timeout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4281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428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279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outcomes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51713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Azure Service Bus Topic with label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Version A — Architecture &amp; Design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Trigger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37360" y="86868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(Approval API)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Check)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Variables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Compose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86868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for message body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Compose action to build JSON string — caused ContentData serialization issues with Service Bus connector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variables() for status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status and reason as string variables, set in each condition branch before sending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28600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condition block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condition checks HTTP response status, branches into approved / rejected / escalated paths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52044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10912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via variables('status')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10912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message label dynamically set from the status variable, enabling topic subscription filtering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Version B — Architecture &amp; Design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Trigger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37360" y="86868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(Amount ≤ $100)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(30s timeout)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12801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empty?)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128016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868680"/>
            <a:ext cx="12801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0" y="868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conditions for routing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 splits on amount threshold. Condition 2 (inside False branch) checks if status is empty to detect manager timeout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action for escalation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Delay action simulates manager response window before Condition 2 checks the status variable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228600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base64(concat(...)) for ContentData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ContentData requires Base64-encoded string. Using raw concat fixes the 400 BadRequest null parse error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5204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10912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per branch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10912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outcome branch sends an email to the employee with status and reason before publishing to Service Bus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Comparison — Six Dimensions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71246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condition, linear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conditions, Delay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polling for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with timeout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— no retry on 400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path handles timeouts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 to read and modify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branches, harder to trace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Bus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causes null ContentData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base64(concat()) works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/ Rejected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/ Rejected / Escalated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Comparison — Visual Scorecard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8412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Recommendation — Our Verdict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Recommended: Version 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better reflects real-world business automation with complete routing coverage and proper escalation handling.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1148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3500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routing coverage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three outcomes — approved, rejected, and escalated — making it production-ready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1148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6758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timeout escalation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0233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+ Condition 2 pattern correctly identifies manager non-response and re-routes accordingly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41148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23500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Service Bus encoding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697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base64(concat()) solves the ContentData null parse error that plagued Version 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41148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367588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notification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40233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sends an email before publishing to the topic, ensuring transparency at every step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Lessons Learned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64008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261872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ContentData must be Base64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6002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Bus connector silently accepts raw JSON in the UI but fails at runtime with a 400. It always requires base64-encoded strings.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64008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" y="2496312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tokens ≠ valid expressions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8346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 rebuilds your expression into token pills on save. This looks wrong but is normal — what matters is the raw inputs at runtime.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64008" cy="10972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3730752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JAVA_HOME resets every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40690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set with export are session-scoped. Added them permanently to ~/.bashrc to avoid re-setting them every run.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1188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088" y="1261872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Compose before Send Message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6002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the JSON string in a Compose action, then pass its output as Content — avoids token-unpacking issues in the connector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242316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76088" y="2496312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branch independently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283464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amount=50 (auto-approve), amount=500 (manager path), and amount=500 with no response (escalate) separately before testing end-to-end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3657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76088" y="3730752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Content Type early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10912" y="40690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application/json in the Content Type field from the start — saves debugging time on 400 errors from Service Bus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5029200"/>
            <a:ext cx="897940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Apps · Azure Service Bus · CST8917 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30175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is the recommended solution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base64(concat()) is required for Service Bus ContentData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conditions + Delay = reliable escalation pattern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Content Type to application/json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848</Words>
  <Application>Microsoft Office PowerPoint</Application>
  <PresentationFormat>Affichage à l'écran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Logic App Expense Workflow — Version Comparison</dc:title>
  <dc:subject>PptxGenJS Presentation</dc:subject>
  <dc:creator>PptxGenJS</dc:creator>
  <cp:lastModifiedBy>Ananithierry Kassa</cp:lastModifiedBy>
  <cp:revision>3</cp:revision>
  <dcterms:created xsi:type="dcterms:W3CDTF">2026-04-21T06:20:56Z</dcterms:created>
  <dcterms:modified xsi:type="dcterms:W3CDTF">2026-04-21T06:26:55Z</dcterms:modified>
</cp:coreProperties>
</file>